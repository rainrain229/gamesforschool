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slide" Target="slides/slide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64763-E6B2-74A6-85E8-CB33C186A7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0B0409-7FE1-18B8-D089-E2CC5C9DCB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8A2FE-5CAA-69CD-1E83-781DEF758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7EB8-B185-2946-A2EB-21D4D893E31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28A70-0F3D-E54B-F228-E9A8ACC42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3BA33-6396-DCF9-179C-6886473C7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C1C7-6062-854B-A219-771948316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18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D1E7C-E851-F08C-7574-1EA028DD3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417B2-F025-63D1-ACCB-77FFF123A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C82F0-3E99-13AA-8738-505F68119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7EB8-B185-2946-A2EB-21D4D893E31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D3968-F0FD-8654-1D21-14CA31F60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7280C-79EC-76A2-85A7-47FD3056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C1C7-6062-854B-A219-771948316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952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95C7D-A703-91FE-F887-54FC3272E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F35A96-9E73-85BF-C9B9-F782B9A7D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983A2-195F-0212-B532-B2F8D2F98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7EB8-B185-2946-A2EB-21D4D893E31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56ED2-433E-9600-E552-2D4561635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B7FFD-634D-FCDE-1883-79F630FFD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C1C7-6062-854B-A219-771948316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78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3E34C-ED86-BFF7-132F-EBAA4756A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A6CC4-3D32-F7C8-5C69-6986301977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193B19-3EF7-8D23-7C07-C09DFFB3DD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16BB43-6DB8-F7E5-5136-95C387179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7EB8-B185-2946-A2EB-21D4D893E31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C0B6E5-4160-797A-518A-9D14C81EF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05587-41B0-31E5-71BC-6856F80EA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C1C7-6062-854B-A219-771948316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739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98CC5-BE67-1207-0B84-AFCD2D0B9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BA9EE-BF6A-7D5C-2127-8EC3B4388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371C3A-9C1F-2DCE-A76E-EEE399171B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B983D5-4E4E-4171-F935-7398AC8B2F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15BDA0-3FA6-61E4-4093-6A5CC244D9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C609B8-9B8E-5E69-0701-525351633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7EB8-B185-2946-A2EB-21D4D893E31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098150-0300-27C4-2994-299D58015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E7B5B3-DA6B-A0EB-DCE4-4A4541D0F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C1C7-6062-854B-A219-771948316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52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4A8DD-2CD2-8589-7C54-E13731CE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377908-C7A7-4351-2317-26E386B20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7EB8-B185-2946-A2EB-21D4D893E31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34E290-DC16-A28D-8753-A06092877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B0B13C-FA70-44FE-560C-27E3D177C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C1C7-6062-854B-A219-771948316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74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A373BF-DAFD-DC6E-70CA-0C951E727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7EB8-B185-2946-A2EB-21D4D893E31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3386D1-2619-0B37-B175-F600BBB3E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BBB485-D1DD-2440-923C-4EA4653AB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C1C7-6062-854B-A219-771948316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865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AB1A5-DF38-FCCF-F898-F53361EFF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38891-46EC-23F2-8991-02F3C80EB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23A37A-E9E5-2277-9497-7A57A75A7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6D1F6-88EE-0BB8-25C2-C0A743271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7EB8-B185-2946-A2EB-21D4D893E31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4A8720-A7BB-56D8-FBF4-6C38F2D11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58C86E-A6E8-985E-A4DC-5F1363BD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C1C7-6062-854B-A219-771948316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6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BC9B9-F594-56B0-90B1-1E016AD75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9F11C0-3F7D-001A-7F3F-7F295222A6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754A38-8626-10D1-4F9F-62012B587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70A81F-2B10-7DF8-5629-72BBC192C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7EB8-B185-2946-A2EB-21D4D893E31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C93CB-0C33-354F-17DE-3705D4292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9799C-12C5-EE5C-CA51-5B5EE9BDE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C1C7-6062-854B-A219-771948316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301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95C7F-8B11-D189-3C96-DE41F8C4D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E5F4E-6531-85CD-E5F3-5C45217EFF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0FE7F-74A4-6802-E6F5-7932235BE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7EB8-B185-2946-A2EB-21D4D893E31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1F119-B876-C1E2-B98E-D87F595E5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5AE56-7117-C0AD-88DE-FC7223D91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C1C7-6062-854B-A219-771948316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292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63BBD5-0B82-CFDF-81AD-B5452117AF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CEAA0F-6FCE-49DE-A2C3-8500B3AB56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6EE13-121E-B0B9-65CC-F21236DBA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7EB8-B185-2946-A2EB-21D4D893E31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BEC62-CE4A-A1A9-C0D9-761813989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258CF-7FCD-476B-A823-3FFCE9D79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C1C7-6062-854B-A219-771948316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175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606B87-ED6E-079C-2C8C-20ABE8235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A1694-BDFD-A954-028C-3DD67EB55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7A023-67DE-CEF5-4191-F36C5A7509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CA7EB8-B185-2946-A2EB-21D4D893E31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C04E7-896B-471D-A982-69716EE95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752C3-DD40-E5A6-47B9-8547B4BCD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BBC1C7-6062-854B-A219-771948316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040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C69B9-AD96-5B7F-768F-1DFEF57C8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753" y="1421185"/>
            <a:ext cx="10034494" cy="325241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haroni" panose="02010803020104030203" pitchFamily="2" charset="-79"/>
                <a:cs typeface="Aharoni" panose="02010803020104030203" pitchFamily="2" charset="-79"/>
              </a:rPr>
              <a:t>Development and Evaluation of GRAVOME-SEPA: A Digital-Based Learning System for Language Skill Enhancement</a:t>
            </a:r>
          </a:p>
        </p:txBody>
      </p:sp>
    </p:spTree>
    <p:extLst>
      <p:ext uri="{BB962C8B-B14F-4D97-AF65-F5344CB8AC3E}">
        <p14:creationId xmlns:p14="http://schemas.microsoft.com/office/powerpoint/2010/main" val="1848524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C5F4C-F6FD-C00B-1087-9210E2037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RATIONALE OF INNOVATION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02E47-0482-BD85-313F-EF90941D6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Many Senior High School students still struggle with basic reading and language skills.
Students have difficulty using punctuation and understanding what they read.
GRAVOME-SEPA aims to address literacy challenges through engaging learning.
Interactive quizzes assess and enhance students’ basic language proficiency.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87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9BB03-7C9D-D28F-DF0B-5E544BECA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SIGNIFICANCE OF THE INNOVATION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DAE6C-ACB0-0A2F-4BC5-69FE18200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Helps students enhance reading and writing proficiency.</a:t>
            </a:r>
          </a:p>
          <a:p>
            <a:pPr marL="0" indent="0">
              <a:buNone/>
            </a:pPr>
            <a:r>
              <a:rPr lang="en-GB" dirty="0"/>
              <a:t>
• Assists teachers in delivering more effective instruction.</a:t>
            </a:r>
          </a:p>
          <a:p>
            <a:pPr marL="0" indent="0">
              <a:buNone/>
            </a:pPr>
            <a:r>
              <a:rPr lang="en-GB" dirty="0"/>
              <a:t>
• Game-based design makes learning fun and attention-grabbing.</a:t>
            </a:r>
          </a:p>
          <a:p>
            <a:pPr marL="0" indent="0">
              <a:buNone/>
            </a:pPr>
            <a:r>
              <a:rPr lang="en-GB" dirty="0"/>
              <a:t>
• Encourages motivation and active participation in class.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572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Development and Evaluation of GRAVOME-SEPA: A Digital-Based Learning System for Language Skill Enhancement</vt:lpstr>
      <vt:lpstr>RATIONALE OF INNOVATION</vt:lpstr>
      <vt:lpstr>SIGNIFICANCE OF THE INNOVATION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NATIN!!</dc:title>
  <dc:creator>Owen Umali</dc:creator>
  <cp:lastModifiedBy>Owen Umali</cp:lastModifiedBy>
  <cp:revision>2</cp:revision>
  <dcterms:created xsi:type="dcterms:W3CDTF">2025-11-11T09:11:53Z</dcterms:created>
  <dcterms:modified xsi:type="dcterms:W3CDTF">2025-11-11T10:41:22Z</dcterms:modified>
</cp:coreProperties>
</file>